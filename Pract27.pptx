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5949C-22F4-4EA3-AF25-33521647353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5F7676-C69B-4D5E-8180-560EBE6C4B81}">
      <dgm:prSet phldrT="[Текст]"/>
      <dgm:spPr/>
      <dgm:t>
        <a:bodyPr/>
        <a:lstStyle/>
        <a:p>
          <a:r>
            <a:rPr lang="en-US" dirty="0" err="1"/>
            <a:t>Ms</a:t>
          </a:r>
          <a:r>
            <a:rPr lang="en-US" dirty="0"/>
            <a:t> PowerPoint</a:t>
          </a:r>
        </a:p>
      </dgm:t>
    </dgm:pt>
    <dgm:pt modelId="{1E610E35-68BC-4C5E-BB4C-368A9E1A91DE}" type="parTrans" cxnId="{05D2261E-E45B-4029-8A31-AE77188E4FCF}">
      <dgm:prSet/>
      <dgm:spPr/>
      <dgm:t>
        <a:bodyPr/>
        <a:lstStyle/>
        <a:p>
          <a:endParaRPr lang="en-US"/>
        </a:p>
      </dgm:t>
    </dgm:pt>
    <dgm:pt modelId="{F4021F18-D13D-4E0D-94F7-8EE24C8D5ABE}" type="sibTrans" cxnId="{05D2261E-E45B-4029-8A31-AE77188E4FCF}">
      <dgm:prSet/>
      <dgm:spPr/>
      <dgm:t>
        <a:bodyPr/>
        <a:lstStyle/>
        <a:p>
          <a:endParaRPr lang="en-US"/>
        </a:p>
      </dgm:t>
    </dgm:pt>
    <dgm:pt modelId="{B7E781FE-6876-4742-9651-A9C80FE38EEA}">
      <dgm:prSet phldrT="[Текст]"/>
      <dgm:spPr/>
      <dgm:t>
        <a:bodyPr/>
        <a:lstStyle/>
        <a:p>
          <a:r>
            <a:rPr lang="en-US" dirty="0" err="1"/>
            <a:t>Ms</a:t>
          </a:r>
          <a:r>
            <a:rPr lang="en-US" dirty="0"/>
            <a:t> Word</a:t>
          </a:r>
        </a:p>
      </dgm:t>
    </dgm:pt>
    <dgm:pt modelId="{FB3E45FB-FFE9-4C09-85F5-DCE818853084}" type="parTrans" cxnId="{C3DC2CC2-E484-4E7C-BCCC-483570046C7C}">
      <dgm:prSet/>
      <dgm:spPr/>
      <dgm:t>
        <a:bodyPr/>
        <a:lstStyle/>
        <a:p>
          <a:endParaRPr lang="en-US"/>
        </a:p>
      </dgm:t>
    </dgm:pt>
    <dgm:pt modelId="{1255D1E3-7FBC-4F9C-B516-BDC04CFBCD5E}" type="sibTrans" cxnId="{C3DC2CC2-E484-4E7C-BCCC-483570046C7C}">
      <dgm:prSet/>
      <dgm:spPr/>
      <dgm:t>
        <a:bodyPr/>
        <a:lstStyle/>
        <a:p>
          <a:endParaRPr lang="en-US"/>
        </a:p>
      </dgm:t>
    </dgm:pt>
    <dgm:pt modelId="{0991BC44-9B08-4CE4-A3DB-B0874E875F41}">
      <dgm:prSet phldrT="[Текст]"/>
      <dgm:spPr/>
      <dgm:t>
        <a:bodyPr/>
        <a:lstStyle/>
        <a:p>
          <a:r>
            <a:rPr lang="en-US" dirty="0" err="1"/>
            <a:t>Ms</a:t>
          </a:r>
          <a:r>
            <a:rPr lang="en-US" dirty="0"/>
            <a:t> Excel</a:t>
          </a:r>
        </a:p>
      </dgm:t>
    </dgm:pt>
    <dgm:pt modelId="{481D4203-FD3B-4C7F-AA2F-32AB9A3C4194}" type="parTrans" cxnId="{C94CE557-D2C4-4765-BB45-769696BBC0E7}">
      <dgm:prSet/>
      <dgm:spPr/>
      <dgm:t>
        <a:bodyPr/>
        <a:lstStyle/>
        <a:p>
          <a:endParaRPr lang="en-US"/>
        </a:p>
      </dgm:t>
    </dgm:pt>
    <dgm:pt modelId="{ABAE3C85-4B2E-40AC-9D73-6AC42C66E4D4}" type="sibTrans" cxnId="{C94CE557-D2C4-4765-BB45-769696BBC0E7}">
      <dgm:prSet/>
      <dgm:spPr/>
      <dgm:t>
        <a:bodyPr/>
        <a:lstStyle/>
        <a:p>
          <a:endParaRPr lang="en-US"/>
        </a:p>
      </dgm:t>
    </dgm:pt>
    <dgm:pt modelId="{28E21F1A-A188-47D7-B653-A07EFEA699FC}">
      <dgm:prSet phldrT="[Текст]"/>
      <dgm:spPr/>
      <dgm:t>
        <a:bodyPr/>
        <a:lstStyle/>
        <a:p>
          <a:r>
            <a:rPr lang="en-US" dirty="0" err="1"/>
            <a:t>Ms</a:t>
          </a:r>
          <a:r>
            <a:rPr lang="en-US" dirty="0"/>
            <a:t> Access</a:t>
          </a:r>
        </a:p>
      </dgm:t>
    </dgm:pt>
    <dgm:pt modelId="{68C844AE-D66C-4391-9856-80009AE5D02F}" type="parTrans" cxnId="{C0237D69-E223-485D-9ACA-B54D5674B4BB}">
      <dgm:prSet/>
      <dgm:spPr/>
      <dgm:t>
        <a:bodyPr/>
        <a:lstStyle/>
        <a:p>
          <a:endParaRPr lang="en-US"/>
        </a:p>
      </dgm:t>
    </dgm:pt>
    <dgm:pt modelId="{A2A3269A-17A6-4F5D-9036-D21F426F70D3}" type="sibTrans" cxnId="{C0237D69-E223-485D-9ACA-B54D5674B4BB}">
      <dgm:prSet/>
      <dgm:spPr/>
      <dgm:t>
        <a:bodyPr/>
        <a:lstStyle/>
        <a:p>
          <a:endParaRPr lang="en-US"/>
        </a:p>
      </dgm:t>
    </dgm:pt>
    <dgm:pt modelId="{BAC1A1C2-DF8A-4697-B32C-83AEFB0B0024}" type="pres">
      <dgm:prSet presAssocID="{BD95949C-22F4-4EA3-AF25-3352164735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9B5C0F1-B505-4B71-9D45-DF55C6787CD6}" type="pres">
      <dgm:prSet presAssocID="{7A5F7676-C69B-4D5E-8180-560EBE6C4B81}" presName="hierRoot1" presStyleCnt="0">
        <dgm:presLayoutVars>
          <dgm:hierBranch val="init"/>
        </dgm:presLayoutVars>
      </dgm:prSet>
      <dgm:spPr/>
    </dgm:pt>
    <dgm:pt modelId="{A96D8697-7B7A-4FA7-A9E7-F8DF88F7D005}" type="pres">
      <dgm:prSet presAssocID="{7A5F7676-C69B-4D5E-8180-560EBE6C4B81}" presName="rootComposite1" presStyleCnt="0"/>
      <dgm:spPr/>
    </dgm:pt>
    <dgm:pt modelId="{4A55B883-23BB-47E5-84F7-1945E34B9C7A}" type="pres">
      <dgm:prSet presAssocID="{7A5F7676-C69B-4D5E-8180-560EBE6C4B81}" presName="rootText1" presStyleLbl="node0" presStyleIdx="0" presStyleCnt="1">
        <dgm:presLayoutVars>
          <dgm:chPref val="3"/>
        </dgm:presLayoutVars>
      </dgm:prSet>
      <dgm:spPr/>
    </dgm:pt>
    <dgm:pt modelId="{7D4D4546-3B96-415A-B47D-FB40A9998471}" type="pres">
      <dgm:prSet presAssocID="{7A5F7676-C69B-4D5E-8180-560EBE6C4B81}" presName="rootConnector1" presStyleLbl="node1" presStyleIdx="0" presStyleCnt="0"/>
      <dgm:spPr/>
    </dgm:pt>
    <dgm:pt modelId="{B20968AF-2EA9-4210-8740-447D293BD3B2}" type="pres">
      <dgm:prSet presAssocID="{7A5F7676-C69B-4D5E-8180-560EBE6C4B81}" presName="hierChild2" presStyleCnt="0"/>
      <dgm:spPr/>
    </dgm:pt>
    <dgm:pt modelId="{173D5EB5-4153-4203-BEEF-E46C0ECECBBB}" type="pres">
      <dgm:prSet presAssocID="{FB3E45FB-FFE9-4C09-85F5-DCE818853084}" presName="Name37" presStyleLbl="parChTrans1D2" presStyleIdx="0" presStyleCnt="3"/>
      <dgm:spPr/>
    </dgm:pt>
    <dgm:pt modelId="{40BAB8EC-F036-4C2B-B9E3-4B8B9B4D4539}" type="pres">
      <dgm:prSet presAssocID="{B7E781FE-6876-4742-9651-A9C80FE38EEA}" presName="hierRoot2" presStyleCnt="0">
        <dgm:presLayoutVars>
          <dgm:hierBranch val="init"/>
        </dgm:presLayoutVars>
      </dgm:prSet>
      <dgm:spPr/>
    </dgm:pt>
    <dgm:pt modelId="{881C57D0-CB95-4FDE-9089-22B84CB43F5E}" type="pres">
      <dgm:prSet presAssocID="{B7E781FE-6876-4742-9651-A9C80FE38EEA}" presName="rootComposite" presStyleCnt="0"/>
      <dgm:spPr/>
    </dgm:pt>
    <dgm:pt modelId="{91B442E6-D354-47A7-9915-EA44DBDE622A}" type="pres">
      <dgm:prSet presAssocID="{B7E781FE-6876-4742-9651-A9C80FE38EEA}" presName="rootText" presStyleLbl="node2" presStyleIdx="0" presStyleCnt="3">
        <dgm:presLayoutVars>
          <dgm:chPref val="3"/>
        </dgm:presLayoutVars>
      </dgm:prSet>
      <dgm:spPr/>
    </dgm:pt>
    <dgm:pt modelId="{FF9534E5-20AC-4EC7-93D4-EB08410B7AA9}" type="pres">
      <dgm:prSet presAssocID="{B7E781FE-6876-4742-9651-A9C80FE38EEA}" presName="rootConnector" presStyleLbl="node2" presStyleIdx="0" presStyleCnt="3"/>
      <dgm:spPr/>
    </dgm:pt>
    <dgm:pt modelId="{972B05BC-7548-43C0-9FC1-0A9801C2CA24}" type="pres">
      <dgm:prSet presAssocID="{B7E781FE-6876-4742-9651-A9C80FE38EEA}" presName="hierChild4" presStyleCnt="0"/>
      <dgm:spPr/>
    </dgm:pt>
    <dgm:pt modelId="{8E7A0993-9B01-4C0E-94AA-C7749D82AEA3}" type="pres">
      <dgm:prSet presAssocID="{B7E781FE-6876-4742-9651-A9C80FE38EEA}" presName="hierChild5" presStyleCnt="0"/>
      <dgm:spPr/>
    </dgm:pt>
    <dgm:pt modelId="{38836CC4-1288-4A45-B123-14AA077169C5}" type="pres">
      <dgm:prSet presAssocID="{481D4203-FD3B-4C7F-AA2F-32AB9A3C4194}" presName="Name37" presStyleLbl="parChTrans1D2" presStyleIdx="1" presStyleCnt="3"/>
      <dgm:spPr/>
    </dgm:pt>
    <dgm:pt modelId="{5A271BEB-A7C9-4F57-9E48-9CB14CB88462}" type="pres">
      <dgm:prSet presAssocID="{0991BC44-9B08-4CE4-A3DB-B0874E875F41}" presName="hierRoot2" presStyleCnt="0">
        <dgm:presLayoutVars>
          <dgm:hierBranch val="init"/>
        </dgm:presLayoutVars>
      </dgm:prSet>
      <dgm:spPr/>
    </dgm:pt>
    <dgm:pt modelId="{ED2F0516-EDD9-433D-9C4B-E57BC9D33C91}" type="pres">
      <dgm:prSet presAssocID="{0991BC44-9B08-4CE4-A3DB-B0874E875F41}" presName="rootComposite" presStyleCnt="0"/>
      <dgm:spPr/>
    </dgm:pt>
    <dgm:pt modelId="{15C5679D-77C7-4522-B3A1-6C391CB224C6}" type="pres">
      <dgm:prSet presAssocID="{0991BC44-9B08-4CE4-A3DB-B0874E875F41}" presName="rootText" presStyleLbl="node2" presStyleIdx="1" presStyleCnt="3">
        <dgm:presLayoutVars>
          <dgm:chPref val="3"/>
        </dgm:presLayoutVars>
      </dgm:prSet>
      <dgm:spPr/>
    </dgm:pt>
    <dgm:pt modelId="{136FE8FE-E91A-44C3-B3A6-A3363F28064E}" type="pres">
      <dgm:prSet presAssocID="{0991BC44-9B08-4CE4-A3DB-B0874E875F41}" presName="rootConnector" presStyleLbl="node2" presStyleIdx="1" presStyleCnt="3"/>
      <dgm:spPr/>
    </dgm:pt>
    <dgm:pt modelId="{4AD05DAF-1DF1-489E-8304-238D2544106E}" type="pres">
      <dgm:prSet presAssocID="{0991BC44-9B08-4CE4-A3DB-B0874E875F41}" presName="hierChild4" presStyleCnt="0"/>
      <dgm:spPr/>
    </dgm:pt>
    <dgm:pt modelId="{FAE3B56D-6BB0-467E-8F52-F561AFC80F78}" type="pres">
      <dgm:prSet presAssocID="{0991BC44-9B08-4CE4-A3DB-B0874E875F41}" presName="hierChild5" presStyleCnt="0"/>
      <dgm:spPr/>
    </dgm:pt>
    <dgm:pt modelId="{5D62B8F7-7FFC-4500-9857-0DCDCEE95895}" type="pres">
      <dgm:prSet presAssocID="{68C844AE-D66C-4391-9856-80009AE5D02F}" presName="Name37" presStyleLbl="parChTrans1D2" presStyleIdx="2" presStyleCnt="3"/>
      <dgm:spPr/>
    </dgm:pt>
    <dgm:pt modelId="{6C919FE0-77DC-4769-B9C3-63B6F5A5D7C7}" type="pres">
      <dgm:prSet presAssocID="{28E21F1A-A188-47D7-B653-A07EFEA699FC}" presName="hierRoot2" presStyleCnt="0">
        <dgm:presLayoutVars>
          <dgm:hierBranch val="init"/>
        </dgm:presLayoutVars>
      </dgm:prSet>
      <dgm:spPr/>
    </dgm:pt>
    <dgm:pt modelId="{D3BA9129-3CA0-42D3-8B4F-A58474299FAC}" type="pres">
      <dgm:prSet presAssocID="{28E21F1A-A188-47D7-B653-A07EFEA699FC}" presName="rootComposite" presStyleCnt="0"/>
      <dgm:spPr/>
    </dgm:pt>
    <dgm:pt modelId="{B3A169B5-6C46-4DE8-B768-CEDA284A5EF5}" type="pres">
      <dgm:prSet presAssocID="{28E21F1A-A188-47D7-B653-A07EFEA699FC}" presName="rootText" presStyleLbl="node2" presStyleIdx="2" presStyleCnt="3">
        <dgm:presLayoutVars>
          <dgm:chPref val="3"/>
        </dgm:presLayoutVars>
      </dgm:prSet>
      <dgm:spPr/>
    </dgm:pt>
    <dgm:pt modelId="{F47EE885-70AF-4721-B102-97E0EA8D292B}" type="pres">
      <dgm:prSet presAssocID="{28E21F1A-A188-47D7-B653-A07EFEA699FC}" presName="rootConnector" presStyleLbl="node2" presStyleIdx="2" presStyleCnt="3"/>
      <dgm:spPr/>
    </dgm:pt>
    <dgm:pt modelId="{6C093274-0B74-41B0-9529-6D21E55CB200}" type="pres">
      <dgm:prSet presAssocID="{28E21F1A-A188-47D7-B653-A07EFEA699FC}" presName="hierChild4" presStyleCnt="0"/>
      <dgm:spPr/>
    </dgm:pt>
    <dgm:pt modelId="{C66A9F1D-5F87-47A3-B1AA-96F52EA497A1}" type="pres">
      <dgm:prSet presAssocID="{28E21F1A-A188-47D7-B653-A07EFEA699FC}" presName="hierChild5" presStyleCnt="0"/>
      <dgm:spPr/>
    </dgm:pt>
    <dgm:pt modelId="{ACAC7C1C-D999-4033-BEA8-990C16C8BABD}" type="pres">
      <dgm:prSet presAssocID="{7A5F7676-C69B-4D5E-8180-560EBE6C4B81}" presName="hierChild3" presStyleCnt="0"/>
      <dgm:spPr/>
    </dgm:pt>
  </dgm:ptLst>
  <dgm:cxnLst>
    <dgm:cxn modelId="{D3D24806-F7F5-41AD-89A7-58E083391044}" type="presOf" srcId="{0991BC44-9B08-4CE4-A3DB-B0874E875F41}" destId="{136FE8FE-E91A-44C3-B3A6-A3363F28064E}" srcOrd="1" destOrd="0" presId="urn:microsoft.com/office/officeart/2005/8/layout/orgChart1"/>
    <dgm:cxn modelId="{3C58060A-C82B-41A0-956B-3619244CD6B9}" type="presOf" srcId="{68C844AE-D66C-4391-9856-80009AE5D02F}" destId="{5D62B8F7-7FFC-4500-9857-0DCDCEE95895}" srcOrd="0" destOrd="0" presId="urn:microsoft.com/office/officeart/2005/8/layout/orgChart1"/>
    <dgm:cxn modelId="{606F9C13-2D56-4270-84EF-225E0AF60E28}" type="presOf" srcId="{7A5F7676-C69B-4D5E-8180-560EBE6C4B81}" destId="{7D4D4546-3B96-415A-B47D-FB40A9998471}" srcOrd="1" destOrd="0" presId="urn:microsoft.com/office/officeart/2005/8/layout/orgChart1"/>
    <dgm:cxn modelId="{CF203E1A-C09C-49C2-94F1-2A3492710050}" type="presOf" srcId="{BD95949C-22F4-4EA3-AF25-335216473539}" destId="{BAC1A1C2-DF8A-4697-B32C-83AEFB0B0024}" srcOrd="0" destOrd="0" presId="urn:microsoft.com/office/officeart/2005/8/layout/orgChart1"/>
    <dgm:cxn modelId="{8AEC281B-2B76-4E60-896B-CB93471E3B63}" type="presOf" srcId="{B7E781FE-6876-4742-9651-A9C80FE38EEA}" destId="{FF9534E5-20AC-4EC7-93D4-EB08410B7AA9}" srcOrd="1" destOrd="0" presId="urn:microsoft.com/office/officeart/2005/8/layout/orgChart1"/>
    <dgm:cxn modelId="{05D2261E-E45B-4029-8A31-AE77188E4FCF}" srcId="{BD95949C-22F4-4EA3-AF25-335216473539}" destId="{7A5F7676-C69B-4D5E-8180-560EBE6C4B81}" srcOrd="0" destOrd="0" parTransId="{1E610E35-68BC-4C5E-BB4C-368A9E1A91DE}" sibTransId="{F4021F18-D13D-4E0D-94F7-8EE24C8D5ABE}"/>
    <dgm:cxn modelId="{9CD18D2D-6CAA-4811-AD37-426E77A3901E}" type="presOf" srcId="{B7E781FE-6876-4742-9651-A9C80FE38EEA}" destId="{91B442E6-D354-47A7-9915-EA44DBDE622A}" srcOrd="0" destOrd="0" presId="urn:microsoft.com/office/officeart/2005/8/layout/orgChart1"/>
    <dgm:cxn modelId="{294E653E-3536-41D1-A2B8-01593B201FD9}" type="presOf" srcId="{481D4203-FD3B-4C7F-AA2F-32AB9A3C4194}" destId="{38836CC4-1288-4A45-B123-14AA077169C5}" srcOrd="0" destOrd="0" presId="urn:microsoft.com/office/officeart/2005/8/layout/orgChart1"/>
    <dgm:cxn modelId="{C0237D69-E223-485D-9ACA-B54D5674B4BB}" srcId="{7A5F7676-C69B-4D5E-8180-560EBE6C4B81}" destId="{28E21F1A-A188-47D7-B653-A07EFEA699FC}" srcOrd="2" destOrd="0" parTransId="{68C844AE-D66C-4391-9856-80009AE5D02F}" sibTransId="{A2A3269A-17A6-4F5D-9036-D21F426F70D3}"/>
    <dgm:cxn modelId="{C94CE557-D2C4-4765-BB45-769696BBC0E7}" srcId="{7A5F7676-C69B-4D5E-8180-560EBE6C4B81}" destId="{0991BC44-9B08-4CE4-A3DB-B0874E875F41}" srcOrd="1" destOrd="0" parTransId="{481D4203-FD3B-4C7F-AA2F-32AB9A3C4194}" sibTransId="{ABAE3C85-4B2E-40AC-9D73-6AC42C66E4D4}"/>
    <dgm:cxn modelId="{E2E74187-3033-45B5-A14C-6CFB1D94828D}" type="presOf" srcId="{28E21F1A-A188-47D7-B653-A07EFEA699FC}" destId="{F47EE885-70AF-4721-B102-97E0EA8D292B}" srcOrd="1" destOrd="0" presId="urn:microsoft.com/office/officeart/2005/8/layout/orgChart1"/>
    <dgm:cxn modelId="{8F4F9887-376D-42E7-B727-F7C4EEA060B1}" type="presOf" srcId="{28E21F1A-A188-47D7-B653-A07EFEA699FC}" destId="{B3A169B5-6C46-4DE8-B768-CEDA284A5EF5}" srcOrd="0" destOrd="0" presId="urn:microsoft.com/office/officeart/2005/8/layout/orgChart1"/>
    <dgm:cxn modelId="{150800BB-AA0E-470C-A301-C2256F45D579}" type="presOf" srcId="{FB3E45FB-FFE9-4C09-85F5-DCE818853084}" destId="{173D5EB5-4153-4203-BEEF-E46C0ECECBBB}" srcOrd="0" destOrd="0" presId="urn:microsoft.com/office/officeart/2005/8/layout/orgChart1"/>
    <dgm:cxn modelId="{C3DC2CC2-E484-4E7C-BCCC-483570046C7C}" srcId="{7A5F7676-C69B-4D5E-8180-560EBE6C4B81}" destId="{B7E781FE-6876-4742-9651-A9C80FE38EEA}" srcOrd="0" destOrd="0" parTransId="{FB3E45FB-FFE9-4C09-85F5-DCE818853084}" sibTransId="{1255D1E3-7FBC-4F9C-B516-BDC04CFBCD5E}"/>
    <dgm:cxn modelId="{3C1604C4-F964-4884-B082-AADAFAB0F5AD}" type="presOf" srcId="{7A5F7676-C69B-4D5E-8180-560EBE6C4B81}" destId="{4A55B883-23BB-47E5-84F7-1945E34B9C7A}" srcOrd="0" destOrd="0" presId="urn:microsoft.com/office/officeart/2005/8/layout/orgChart1"/>
    <dgm:cxn modelId="{610B03D6-4010-45EB-8D54-A37F3C90DF67}" type="presOf" srcId="{0991BC44-9B08-4CE4-A3DB-B0874E875F41}" destId="{15C5679D-77C7-4522-B3A1-6C391CB224C6}" srcOrd="0" destOrd="0" presId="urn:microsoft.com/office/officeart/2005/8/layout/orgChart1"/>
    <dgm:cxn modelId="{3634FE4E-49AF-4B96-BDA8-F3992189928D}" type="presParOf" srcId="{BAC1A1C2-DF8A-4697-B32C-83AEFB0B0024}" destId="{99B5C0F1-B505-4B71-9D45-DF55C6787CD6}" srcOrd="0" destOrd="0" presId="urn:microsoft.com/office/officeart/2005/8/layout/orgChart1"/>
    <dgm:cxn modelId="{C3FC21C9-6F32-47C9-B3CF-D0E53A4C85D3}" type="presParOf" srcId="{99B5C0F1-B505-4B71-9D45-DF55C6787CD6}" destId="{A96D8697-7B7A-4FA7-A9E7-F8DF88F7D005}" srcOrd="0" destOrd="0" presId="urn:microsoft.com/office/officeart/2005/8/layout/orgChart1"/>
    <dgm:cxn modelId="{FBE51EA3-94DF-44F7-91F6-C4C68FDB8131}" type="presParOf" srcId="{A96D8697-7B7A-4FA7-A9E7-F8DF88F7D005}" destId="{4A55B883-23BB-47E5-84F7-1945E34B9C7A}" srcOrd="0" destOrd="0" presId="urn:microsoft.com/office/officeart/2005/8/layout/orgChart1"/>
    <dgm:cxn modelId="{85B46D31-F097-4776-A448-F0406D0D6846}" type="presParOf" srcId="{A96D8697-7B7A-4FA7-A9E7-F8DF88F7D005}" destId="{7D4D4546-3B96-415A-B47D-FB40A9998471}" srcOrd="1" destOrd="0" presId="urn:microsoft.com/office/officeart/2005/8/layout/orgChart1"/>
    <dgm:cxn modelId="{FB89FDC4-23D1-4671-8715-96C95FFE3606}" type="presParOf" srcId="{99B5C0F1-B505-4B71-9D45-DF55C6787CD6}" destId="{B20968AF-2EA9-4210-8740-447D293BD3B2}" srcOrd="1" destOrd="0" presId="urn:microsoft.com/office/officeart/2005/8/layout/orgChart1"/>
    <dgm:cxn modelId="{D8F3055D-AA79-414C-98AC-B9DFB03A702A}" type="presParOf" srcId="{B20968AF-2EA9-4210-8740-447D293BD3B2}" destId="{173D5EB5-4153-4203-BEEF-E46C0ECECBBB}" srcOrd="0" destOrd="0" presId="urn:microsoft.com/office/officeart/2005/8/layout/orgChart1"/>
    <dgm:cxn modelId="{7593583E-12F8-48DF-A647-5B43291ED70F}" type="presParOf" srcId="{B20968AF-2EA9-4210-8740-447D293BD3B2}" destId="{40BAB8EC-F036-4C2B-B9E3-4B8B9B4D4539}" srcOrd="1" destOrd="0" presId="urn:microsoft.com/office/officeart/2005/8/layout/orgChart1"/>
    <dgm:cxn modelId="{A626DCF3-A4DE-4845-9CE4-4AB108062369}" type="presParOf" srcId="{40BAB8EC-F036-4C2B-B9E3-4B8B9B4D4539}" destId="{881C57D0-CB95-4FDE-9089-22B84CB43F5E}" srcOrd="0" destOrd="0" presId="urn:microsoft.com/office/officeart/2005/8/layout/orgChart1"/>
    <dgm:cxn modelId="{C834252A-0374-427F-B7A9-97A360AACAA4}" type="presParOf" srcId="{881C57D0-CB95-4FDE-9089-22B84CB43F5E}" destId="{91B442E6-D354-47A7-9915-EA44DBDE622A}" srcOrd="0" destOrd="0" presId="urn:microsoft.com/office/officeart/2005/8/layout/orgChart1"/>
    <dgm:cxn modelId="{915EB74B-788D-4D57-BB56-05253D150ED2}" type="presParOf" srcId="{881C57D0-CB95-4FDE-9089-22B84CB43F5E}" destId="{FF9534E5-20AC-4EC7-93D4-EB08410B7AA9}" srcOrd="1" destOrd="0" presId="urn:microsoft.com/office/officeart/2005/8/layout/orgChart1"/>
    <dgm:cxn modelId="{993E8F0F-19A6-466C-88C2-F46E13776535}" type="presParOf" srcId="{40BAB8EC-F036-4C2B-B9E3-4B8B9B4D4539}" destId="{972B05BC-7548-43C0-9FC1-0A9801C2CA24}" srcOrd="1" destOrd="0" presId="urn:microsoft.com/office/officeart/2005/8/layout/orgChart1"/>
    <dgm:cxn modelId="{88F88B60-A2EB-4595-A99A-F2B609492948}" type="presParOf" srcId="{40BAB8EC-F036-4C2B-B9E3-4B8B9B4D4539}" destId="{8E7A0993-9B01-4C0E-94AA-C7749D82AEA3}" srcOrd="2" destOrd="0" presId="urn:microsoft.com/office/officeart/2005/8/layout/orgChart1"/>
    <dgm:cxn modelId="{BFFB1741-0F8A-431F-BE9F-CCE2AF97A362}" type="presParOf" srcId="{B20968AF-2EA9-4210-8740-447D293BD3B2}" destId="{38836CC4-1288-4A45-B123-14AA077169C5}" srcOrd="2" destOrd="0" presId="urn:microsoft.com/office/officeart/2005/8/layout/orgChart1"/>
    <dgm:cxn modelId="{60BD1330-FDDA-422D-92B2-54890C7482A5}" type="presParOf" srcId="{B20968AF-2EA9-4210-8740-447D293BD3B2}" destId="{5A271BEB-A7C9-4F57-9E48-9CB14CB88462}" srcOrd="3" destOrd="0" presId="urn:microsoft.com/office/officeart/2005/8/layout/orgChart1"/>
    <dgm:cxn modelId="{CB26933B-A04A-430F-A69A-180EA6A09CB1}" type="presParOf" srcId="{5A271BEB-A7C9-4F57-9E48-9CB14CB88462}" destId="{ED2F0516-EDD9-433D-9C4B-E57BC9D33C91}" srcOrd="0" destOrd="0" presId="urn:microsoft.com/office/officeart/2005/8/layout/orgChart1"/>
    <dgm:cxn modelId="{87E24DBE-FC8D-45AC-80CD-050D3C08FC99}" type="presParOf" srcId="{ED2F0516-EDD9-433D-9C4B-E57BC9D33C91}" destId="{15C5679D-77C7-4522-B3A1-6C391CB224C6}" srcOrd="0" destOrd="0" presId="urn:microsoft.com/office/officeart/2005/8/layout/orgChart1"/>
    <dgm:cxn modelId="{BF3836D5-D14E-4CC2-B34B-E805D069C95E}" type="presParOf" srcId="{ED2F0516-EDD9-433D-9C4B-E57BC9D33C91}" destId="{136FE8FE-E91A-44C3-B3A6-A3363F28064E}" srcOrd="1" destOrd="0" presId="urn:microsoft.com/office/officeart/2005/8/layout/orgChart1"/>
    <dgm:cxn modelId="{4AEF86F2-7DAC-43BD-9849-1A23BA001395}" type="presParOf" srcId="{5A271BEB-A7C9-4F57-9E48-9CB14CB88462}" destId="{4AD05DAF-1DF1-489E-8304-238D2544106E}" srcOrd="1" destOrd="0" presId="urn:microsoft.com/office/officeart/2005/8/layout/orgChart1"/>
    <dgm:cxn modelId="{A3915A31-FDC3-49E0-B9C0-EB4C0C64F148}" type="presParOf" srcId="{5A271BEB-A7C9-4F57-9E48-9CB14CB88462}" destId="{FAE3B56D-6BB0-467E-8F52-F561AFC80F78}" srcOrd="2" destOrd="0" presId="urn:microsoft.com/office/officeart/2005/8/layout/orgChart1"/>
    <dgm:cxn modelId="{EB2F9BB9-9BA8-49F9-A009-53D293F6E04B}" type="presParOf" srcId="{B20968AF-2EA9-4210-8740-447D293BD3B2}" destId="{5D62B8F7-7FFC-4500-9857-0DCDCEE95895}" srcOrd="4" destOrd="0" presId="urn:microsoft.com/office/officeart/2005/8/layout/orgChart1"/>
    <dgm:cxn modelId="{8C873813-6035-44FD-8ECA-7A183E9C82A2}" type="presParOf" srcId="{B20968AF-2EA9-4210-8740-447D293BD3B2}" destId="{6C919FE0-77DC-4769-B9C3-63B6F5A5D7C7}" srcOrd="5" destOrd="0" presId="urn:microsoft.com/office/officeart/2005/8/layout/orgChart1"/>
    <dgm:cxn modelId="{0C1E3258-FADA-464E-9A3C-5CDF97BF4A75}" type="presParOf" srcId="{6C919FE0-77DC-4769-B9C3-63B6F5A5D7C7}" destId="{D3BA9129-3CA0-42D3-8B4F-A58474299FAC}" srcOrd="0" destOrd="0" presId="urn:microsoft.com/office/officeart/2005/8/layout/orgChart1"/>
    <dgm:cxn modelId="{39C33058-DECD-4A4A-A6A4-0B3EAF4B4274}" type="presParOf" srcId="{D3BA9129-3CA0-42D3-8B4F-A58474299FAC}" destId="{B3A169B5-6C46-4DE8-B768-CEDA284A5EF5}" srcOrd="0" destOrd="0" presId="urn:microsoft.com/office/officeart/2005/8/layout/orgChart1"/>
    <dgm:cxn modelId="{971E6D79-3F5E-40EB-B430-1CC45EC31660}" type="presParOf" srcId="{D3BA9129-3CA0-42D3-8B4F-A58474299FAC}" destId="{F47EE885-70AF-4721-B102-97E0EA8D292B}" srcOrd="1" destOrd="0" presId="urn:microsoft.com/office/officeart/2005/8/layout/orgChart1"/>
    <dgm:cxn modelId="{DD6DC247-E2F3-4727-A2B5-4C5BE4B5E8E6}" type="presParOf" srcId="{6C919FE0-77DC-4769-B9C3-63B6F5A5D7C7}" destId="{6C093274-0B74-41B0-9529-6D21E55CB200}" srcOrd="1" destOrd="0" presId="urn:microsoft.com/office/officeart/2005/8/layout/orgChart1"/>
    <dgm:cxn modelId="{58BFD754-6B01-4AA9-9176-6E2CAF866541}" type="presParOf" srcId="{6C919FE0-77DC-4769-B9C3-63B6F5A5D7C7}" destId="{C66A9F1D-5F87-47A3-B1AA-96F52EA497A1}" srcOrd="2" destOrd="0" presId="urn:microsoft.com/office/officeart/2005/8/layout/orgChart1"/>
    <dgm:cxn modelId="{7BB321CA-5F67-4A5A-A547-CBE661287EDD}" type="presParOf" srcId="{99B5C0F1-B505-4B71-9D45-DF55C6787CD6}" destId="{ACAC7C1C-D999-4033-BEA8-990C16C8BAB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2B8F7-7FFC-4500-9857-0DCDCEE95895}">
      <dsp:nvSpPr>
        <dsp:cNvPr id="0" name=""/>
        <dsp:cNvSpPr/>
      </dsp:nvSpPr>
      <dsp:spPr>
        <a:xfrm>
          <a:off x="4297362" y="1911831"/>
          <a:ext cx="3040415" cy="527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837"/>
              </a:lnTo>
              <a:lnTo>
                <a:pt x="3040415" y="263837"/>
              </a:lnTo>
              <a:lnTo>
                <a:pt x="3040415" y="527675"/>
              </a:lnTo>
            </a:path>
          </a:pathLst>
        </a:cu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36CC4-1288-4A45-B123-14AA077169C5}">
      <dsp:nvSpPr>
        <dsp:cNvPr id="0" name=""/>
        <dsp:cNvSpPr/>
      </dsp:nvSpPr>
      <dsp:spPr>
        <a:xfrm>
          <a:off x="4251642" y="1911831"/>
          <a:ext cx="91440" cy="5276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675"/>
              </a:lnTo>
            </a:path>
          </a:pathLst>
        </a:cu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3D5EB5-4153-4203-BEEF-E46C0ECECBBB}">
      <dsp:nvSpPr>
        <dsp:cNvPr id="0" name=""/>
        <dsp:cNvSpPr/>
      </dsp:nvSpPr>
      <dsp:spPr>
        <a:xfrm>
          <a:off x="1256947" y="1911831"/>
          <a:ext cx="3040415" cy="527675"/>
        </a:xfrm>
        <a:custGeom>
          <a:avLst/>
          <a:gdLst/>
          <a:ahLst/>
          <a:cxnLst/>
          <a:rect l="0" t="0" r="0" b="0"/>
          <a:pathLst>
            <a:path>
              <a:moveTo>
                <a:pt x="3040415" y="0"/>
              </a:moveTo>
              <a:lnTo>
                <a:pt x="3040415" y="263837"/>
              </a:lnTo>
              <a:lnTo>
                <a:pt x="0" y="263837"/>
              </a:lnTo>
              <a:lnTo>
                <a:pt x="0" y="527675"/>
              </a:lnTo>
            </a:path>
          </a:pathLst>
        </a:cu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55B883-23BB-47E5-84F7-1945E34B9C7A}">
      <dsp:nvSpPr>
        <dsp:cNvPr id="0" name=""/>
        <dsp:cNvSpPr/>
      </dsp:nvSpPr>
      <dsp:spPr>
        <a:xfrm>
          <a:off x="3040992" y="655461"/>
          <a:ext cx="2512740" cy="1256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Ms</a:t>
          </a:r>
          <a:r>
            <a:rPr lang="en-US" sz="3600" kern="1200" dirty="0"/>
            <a:t> PowerPoint</a:t>
          </a:r>
        </a:p>
      </dsp:txBody>
      <dsp:txXfrm>
        <a:off x="3040992" y="655461"/>
        <a:ext cx="2512740" cy="1256370"/>
      </dsp:txXfrm>
    </dsp:sp>
    <dsp:sp modelId="{91B442E6-D354-47A7-9915-EA44DBDE622A}">
      <dsp:nvSpPr>
        <dsp:cNvPr id="0" name=""/>
        <dsp:cNvSpPr/>
      </dsp:nvSpPr>
      <dsp:spPr>
        <a:xfrm>
          <a:off x="577" y="2439506"/>
          <a:ext cx="2512740" cy="1256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Ms</a:t>
          </a:r>
          <a:r>
            <a:rPr lang="en-US" sz="3600" kern="1200" dirty="0"/>
            <a:t> Word</a:t>
          </a:r>
        </a:p>
      </dsp:txBody>
      <dsp:txXfrm>
        <a:off x="577" y="2439506"/>
        <a:ext cx="2512740" cy="1256370"/>
      </dsp:txXfrm>
    </dsp:sp>
    <dsp:sp modelId="{15C5679D-77C7-4522-B3A1-6C391CB224C6}">
      <dsp:nvSpPr>
        <dsp:cNvPr id="0" name=""/>
        <dsp:cNvSpPr/>
      </dsp:nvSpPr>
      <dsp:spPr>
        <a:xfrm>
          <a:off x="3040992" y="2439506"/>
          <a:ext cx="2512740" cy="1256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Ms</a:t>
          </a:r>
          <a:r>
            <a:rPr lang="en-US" sz="3600" kern="1200" dirty="0"/>
            <a:t> Excel</a:t>
          </a:r>
        </a:p>
      </dsp:txBody>
      <dsp:txXfrm>
        <a:off x="3040992" y="2439506"/>
        <a:ext cx="2512740" cy="1256370"/>
      </dsp:txXfrm>
    </dsp:sp>
    <dsp:sp modelId="{B3A169B5-6C46-4DE8-B768-CEDA284A5EF5}">
      <dsp:nvSpPr>
        <dsp:cNvPr id="0" name=""/>
        <dsp:cNvSpPr/>
      </dsp:nvSpPr>
      <dsp:spPr>
        <a:xfrm>
          <a:off x="6081407" y="2439506"/>
          <a:ext cx="2512740" cy="12563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Ms</a:t>
          </a:r>
          <a:r>
            <a:rPr lang="en-US" sz="3600" kern="1200" dirty="0"/>
            <a:t> Access</a:t>
          </a:r>
        </a:p>
      </dsp:txBody>
      <dsp:txXfrm>
        <a:off x="6081407" y="2439506"/>
        <a:ext cx="2512740" cy="1256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EFF31-73E6-4AF3-AE97-3F592BB4CC74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1A610-5046-4EEF-9E58-669B511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3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D309862-82FE-4585-B6D9-0EF6EC6A0D24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3259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77832-761B-4FBE-B0D6-50747DC68C0C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9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CBC8-F065-4852-852B-EC77C52A5F7E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5310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7E9D-A7B8-43F9-8431-4AACF2048109}" type="datetime1">
              <a:rPr lang="ru-RU" smtClean="0"/>
              <a:t>18.02.2025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56D9-DACB-48D9-B77C-422880707356}" type="datetime1">
              <a:rPr lang="ru-RU" smtClean="0"/>
              <a:t>18.02.2025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3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E7D1-0102-4F15-9365-F1A849A34FBD}" type="datetime1">
              <a:rPr lang="ru-RU" smtClean="0"/>
              <a:t>18.02.2025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3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F20E5-84A4-4429-800B-4F56EFE86333}" type="datetime1">
              <a:rPr lang="ru-RU" smtClean="0"/>
              <a:t>18.02.2025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9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8055-D915-4EFF-958F-E342FA9385C6}" type="datetime1">
              <a:rPr lang="ru-RU" smtClean="0"/>
              <a:t>18.02.2025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6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0B6E6-E10E-4D83-B9C7-6EE43FE0491B}" type="datetime1">
              <a:rPr lang="ru-RU" smtClean="0"/>
              <a:t>18.02.2025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6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F9A6B-F37A-4396-ADC2-E929C3F8FA6C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99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7208-6029-4799-95F0-648D1CB7EBAE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3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7CD06E2-A70F-496E-A7CF-41F5A922F30B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23FFAF4-B59F-425B-9179-0A48E1484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9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3B362-517B-D510-34EC-CDDBD2B40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dirty="0"/>
              <a:t>Microsoft Office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6585B5-5588-7C33-E76B-9604E82DE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ru-RU" dirty="0"/>
              <a:t>Краткая характеристика изученных программ. 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ED4984-C560-4D45-1766-727C6350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DB21C-177A-4BAD-8677-EB39A5B0EE84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33FDE8-EF00-9302-0B24-21A69FCD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5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B97CD-5B8A-9318-361D-9DD0C0A2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54158"/>
            <a:ext cx="9692640" cy="1325562"/>
          </a:xfrm>
        </p:spPr>
        <p:txBody>
          <a:bodyPr>
            <a:normAutofit/>
          </a:bodyPr>
          <a:lstStyle/>
          <a:p>
            <a:r>
              <a:rPr lang="ru-RU" sz="6000" dirty="0"/>
              <a:t>Оглавление</a:t>
            </a:r>
            <a:endParaRPr lang="en-US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005DB-6079-5BCF-5928-E7F737787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79720"/>
            <a:ext cx="8595360" cy="4351337"/>
          </a:xfrm>
        </p:spPr>
        <p:txBody>
          <a:bodyPr>
            <a:normAutofit/>
          </a:bodyPr>
          <a:lstStyle/>
          <a:p>
            <a:r>
              <a:rPr lang="ru-RU" sz="3600" dirty="0">
                <a:hlinkClick r:id="rId2" action="ppaction://hlinksldjump"/>
              </a:rPr>
              <a:t>Текстовый редактор </a:t>
            </a:r>
            <a:r>
              <a:rPr lang="en-US" sz="3600" dirty="0">
                <a:hlinkClick r:id="rId2" action="ppaction://hlinksldjump"/>
              </a:rPr>
              <a:t>MS Word</a:t>
            </a:r>
            <a:endParaRPr lang="en-US" sz="3600" dirty="0"/>
          </a:p>
          <a:p>
            <a:r>
              <a:rPr lang="ru-RU" sz="3600" dirty="0">
                <a:hlinkClick r:id="rId3" action="ppaction://hlinksldjump"/>
              </a:rPr>
              <a:t>Табличный процессор </a:t>
            </a:r>
            <a:r>
              <a:rPr lang="en-US" sz="3600" dirty="0">
                <a:hlinkClick r:id="rId3" action="ppaction://hlinksldjump"/>
              </a:rPr>
              <a:t>MS Excel</a:t>
            </a:r>
            <a:endParaRPr lang="en-US" sz="3600" dirty="0"/>
          </a:p>
          <a:p>
            <a:r>
              <a:rPr lang="ru-RU" sz="3600" dirty="0">
                <a:hlinkClick r:id="rId4" action="ppaction://hlinksldjump"/>
              </a:rPr>
              <a:t>СУБД</a:t>
            </a:r>
            <a:r>
              <a:rPr lang="en-US" sz="3600" dirty="0">
                <a:hlinkClick r:id="rId4" action="ppaction://hlinksldjump"/>
              </a:rPr>
              <a:t> </a:t>
            </a:r>
            <a:r>
              <a:rPr lang="ru-RU" sz="3600" dirty="0">
                <a:hlinkClick r:id="rId4" action="ppaction://hlinksldjump"/>
              </a:rPr>
              <a:t>МЅ А</a:t>
            </a:r>
            <a:r>
              <a:rPr lang="en-US" sz="3600" dirty="0" err="1">
                <a:hlinkClick r:id="rId4" action="ppaction://hlinksldjump"/>
              </a:rPr>
              <a:t>ccess</a:t>
            </a:r>
            <a:endParaRPr lang="en-US" sz="3600" dirty="0"/>
          </a:p>
          <a:p>
            <a:r>
              <a:rPr lang="en-US" sz="3600" dirty="0">
                <a:hlinkClick r:id="rId5" action="ppaction://hlinksldjump"/>
              </a:rPr>
              <a:t>MS Power Point</a:t>
            </a:r>
            <a:endParaRPr lang="en-US" sz="36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27392B-D0DE-2395-F7B6-4C0348B2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7F33-9E17-4434-BD9B-304F0857FA5C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10802C-5771-5B84-308F-A6CD2C59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99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BE4D-DA4D-1312-7B71-C1108D93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04" y="0"/>
            <a:ext cx="10394508" cy="1325562"/>
          </a:xfrm>
        </p:spPr>
        <p:txBody>
          <a:bodyPr>
            <a:noAutofit/>
          </a:bodyPr>
          <a:lstStyle/>
          <a:p>
            <a:r>
              <a:rPr lang="ru-RU" sz="5400" dirty="0"/>
              <a:t>Текстовый редактор </a:t>
            </a:r>
            <a:r>
              <a:rPr lang="en-US" sz="5400" dirty="0"/>
              <a:t>MS Word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3DD892-C851-3E29-237E-5E22C1AF8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703" y="1325562"/>
            <a:ext cx="8595360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Текстовый редактор позволяет:</a:t>
            </a:r>
          </a:p>
          <a:p>
            <a:r>
              <a:rPr lang="ru-RU" sz="2400" dirty="0"/>
              <a:t>создавать текстовые документы;</a:t>
            </a:r>
          </a:p>
          <a:p>
            <a:r>
              <a:rPr lang="ru-RU" sz="2400" dirty="0"/>
              <a:t>форматировать текст и оформлять абзацы документов;</a:t>
            </a:r>
          </a:p>
          <a:p>
            <a:r>
              <a:rPr lang="ru-RU" sz="2400" dirty="0"/>
              <a:t>вводить колонтитулы в документ;</a:t>
            </a:r>
          </a:p>
          <a:p>
            <a:r>
              <a:rPr lang="ru-RU" sz="2400" dirty="0"/>
              <a:t>создавать и форматировать таблицы;</a:t>
            </a:r>
          </a:p>
          <a:p>
            <a:r>
              <a:rPr lang="ru-RU" sz="2400" dirty="0"/>
              <a:t>оформлять списки в текстовых документах;</a:t>
            </a:r>
          </a:p>
          <a:p>
            <a:r>
              <a:rPr lang="ru-RU" sz="2400" dirty="0"/>
              <a:t>представлять текст в виде нескольких колонок;</a:t>
            </a:r>
          </a:p>
          <a:p>
            <a:r>
              <a:rPr lang="ru-RU" sz="2400" dirty="0"/>
              <a:t>вставлять в документ рисунки;</a:t>
            </a:r>
          </a:p>
          <a:p>
            <a:r>
              <a:rPr lang="ru-RU" sz="2400" dirty="0"/>
              <a:t>готовить документ к печати</a:t>
            </a:r>
            <a:r>
              <a:rPr lang="en-US" sz="2400" dirty="0"/>
              <a:t>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E7A7F1-1B7E-7217-02FE-5F50C8D2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BD89-98E5-43DB-B390-ACC1946B1D92}" type="datetime1">
              <a:rPr lang="ru-RU" smtClean="0"/>
              <a:t>18.02.2025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410230-B7E0-0C20-A4B2-A0F3ED7C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3</a:t>
            </a:fld>
            <a:endParaRPr lang="en-US"/>
          </a:p>
        </p:txBody>
      </p:sp>
      <p:sp>
        <p:nvSpPr>
          <p:cNvPr id="6" name="Стрелка: вверх 5">
            <a:hlinkClick r:id="rId2" action="ppaction://hlinksldjump"/>
            <a:extLst>
              <a:ext uri="{FF2B5EF4-FFF2-40B4-BE49-F238E27FC236}">
                <a16:creationId xmlns:a16="http://schemas.microsoft.com/office/drawing/2014/main" id="{062CC5D3-870D-6B4F-4A4F-9C67DE9466AB}"/>
              </a:ext>
            </a:extLst>
          </p:cNvPr>
          <p:cNvSpPr/>
          <p:nvPr/>
        </p:nvSpPr>
        <p:spPr>
          <a:xfrm>
            <a:off x="11507724" y="2831976"/>
            <a:ext cx="484632" cy="978408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97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8F177-18BB-5472-909D-F8AF082C6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40" y="134941"/>
            <a:ext cx="10528384" cy="1325562"/>
          </a:xfrm>
        </p:spPr>
        <p:txBody>
          <a:bodyPr>
            <a:noAutofit/>
          </a:bodyPr>
          <a:lstStyle/>
          <a:p>
            <a:r>
              <a:rPr lang="ru-RU" sz="5400" dirty="0"/>
              <a:t>Табличный процессор </a:t>
            </a:r>
            <a:r>
              <a:rPr lang="en-US" sz="5400" dirty="0"/>
              <a:t>MS Excel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792F08-24D4-54EC-48E2-F7C6ABABAA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/>
              <a:t>ввод данных в ячейки;</a:t>
            </a:r>
          </a:p>
          <a:p>
            <a:r>
              <a:rPr lang="ru-RU" sz="2800" dirty="0"/>
              <a:t>автозаполнение ячеек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ru-RU" sz="2800" dirty="0"/>
              <a:t>применение относительной и абсолютной адресаций;</a:t>
            </a:r>
          </a:p>
          <a:p>
            <a:r>
              <a:rPr lang="ru-RU" sz="2800" dirty="0"/>
              <a:t> организация расчетов;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929C95-BFFA-7DC8-B436-1CE77DED57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/>
              <a:t>сортировка данных;</a:t>
            </a:r>
          </a:p>
          <a:p>
            <a:r>
              <a:rPr lang="ru-RU" sz="2800" dirty="0"/>
              <a:t>построение и форматирование диаграмм;</a:t>
            </a:r>
          </a:p>
          <a:p>
            <a:r>
              <a:rPr lang="ru-RU" sz="2800" dirty="0"/>
              <a:t>использование функций в расчетах</a:t>
            </a:r>
            <a:r>
              <a:rPr lang="en-US" sz="2800" dirty="0"/>
              <a:t>;</a:t>
            </a:r>
            <a:endParaRPr lang="ru-RU" sz="2800" dirty="0"/>
          </a:p>
          <a:p>
            <a:r>
              <a:rPr lang="ru-RU" sz="2800" dirty="0"/>
              <a:t>фильтрация данных и условно</a:t>
            </a:r>
            <a:r>
              <a:rPr lang="en-US" sz="2800" dirty="0"/>
              <a:t>;</a:t>
            </a:r>
            <a:r>
              <a:rPr lang="ru-RU" sz="2800" dirty="0"/>
              <a:t> форматирование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262D63-B270-20E4-01D3-AD405D45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322D7-347D-4952-9976-2000512C452E}" type="datetime1">
              <a:rPr lang="ru-RU" smtClean="0"/>
              <a:t>18.02.2025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419D63-ADE3-39B3-0ACC-CC491F7C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4</a:t>
            </a:fld>
            <a:endParaRPr lang="en-US"/>
          </a:p>
        </p:txBody>
      </p:sp>
      <p:sp>
        <p:nvSpPr>
          <p:cNvPr id="7" name="Стрелка: вверх 6">
            <a:hlinkClick r:id="rId2" action="ppaction://hlinksldjump"/>
            <a:extLst>
              <a:ext uri="{FF2B5EF4-FFF2-40B4-BE49-F238E27FC236}">
                <a16:creationId xmlns:a16="http://schemas.microsoft.com/office/drawing/2014/main" id="{25442140-CDA9-19B1-E67E-C39BD7302FB0}"/>
              </a:ext>
            </a:extLst>
          </p:cNvPr>
          <p:cNvSpPr/>
          <p:nvPr/>
        </p:nvSpPr>
        <p:spPr>
          <a:xfrm>
            <a:off x="11507724" y="2939796"/>
            <a:ext cx="484632" cy="978408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76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E2AE9AE-CAAA-8833-0623-37239D5A8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4" y="320359"/>
            <a:ext cx="9692640" cy="1325562"/>
          </a:xfrm>
        </p:spPr>
        <p:txBody>
          <a:bodyPr>
            <a:normAutofit/>
          </a:bodyPr>
          <a:lstStyle/>
          <a:p>
            <a:r>
              <a:rPr lang="ru-RU" sz="6000" dirty="0"/>
              <a:t>СУБД </a:t>
            </a:r>
            <a:r>
              <a:rPr lang="en-US" sz="6000" dirty="0"/>
              <a:t>MS Access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3271887-AC64-843B-1FFA-020A1A6CD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367358"/>
              </p:ext>
            </p:extLst>
          </p:nvPr>
        </p:nvGraphicFramePr>
        <p:xfrm>
          <a:off x="710214" y="1828799"/>
          <a:ext cx="9312675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7479">
                  <a:extLst>
                    <a:ext uri="{9D8B030D-6E8A-4147-A177-3AD203B41FA5}">
                      <a16:colId xmlns:a16="http://schemas.microsoft.com/office/drawing/2014/main" val="3062185915"/>
                    </a:ext>
                  </a:extLst>
                </a:gridCol>
                <a:gridCol w="4665196">
                  <a:extLst>
                    <a:ext uri="{9D8B030D-6E8A-4147-A177-3AD203B41FA5}">
                      <a16:colId xmlns:a16="http://schemas.microsoft.com/office/drawing/2014/main" val="260287261"/>
                    </a:ext>
                  </a:extLst>
                </a:gridCol>
              </a:tblGrid>
              <a:tr h="552191">
                <a:tc gridSpan="2">
                  <a:txBody>
                    <a:bodyPr/>
                    <a:lstStyle/>
                    <a:p>
                      <a:r>
                        <a:rPr lang="ru-RU" sz="3200" dirty="0"/>
                        <a:t>Проектирование базы данных</a:t>
                      </a:r>
                      <a:endParaRPr lang="en-US" sz="3200" dirty="0"/>
                    </a:p>
                  </a:txBody>
                  <a:tcPr marL="74736" marR="7473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511707"/>
                  </a:ext>
                </a:extLst>
              </a:tr>
              <a:tr h="552191">
                <a:tc>
                  <a:txBody>
                    <a:bodyPr/>
                    <a:lstStyle/>
                    <a:p>
                      <a:r>
                        <a:rPr lang="ru-RU" sz="3200" dirty="0"/>
                        <a:t>Таблицы</a:t>
                      </a:r>
                    </a:p>
                  </a:txBody>
                  <a:tcPr marL="74736" marR="74736"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для хранения данных</a:t>
                      </a:r>
                      <a:endParaRPr lang="en-US" sz="3200" dirty="0"/>
                    </a:p>
                  </a:txBody>
                  <a:tcPr marL="74736" marR="74736"/>
                </a:tc>
                <a:extLst>
                  <a:ext uri="{0D108BD9-81ED-4DB2-BD59-A6C34878D82A}">
                    <a16:rowId xmlns:a16="http://schemas.microsoft.com/office/drawing/2014/main" val="1669788928"/>
                  </a:ext>
                </a:extLst>
              </a:tr>
              <a:tr h="552191">
                <a:tc>
                  <a:txBody>
                    <a:bodyPr/>
                    <a:lstStyle/>
                    <a:p>
                      <a:r>
                        <a:rPr lang="ru-RU" sz="3200" dirty="0"/>
                        <a:t>Формы</a:t>
                      </a:r>
                      <a:endParaRPr lang="en-US" sz="3200" dirty="0"/>
                    </a:p>
                  </a:txBody>
                  <a:tcPr marL="74736" marR="74736"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для ввода данных</a:t>
                      </a:r>
                      <a:endParaRPr lang="en-US" sz="3200" dirty="0"/>
                    </a:p>
                  </a:txBody>
                  <a:tcPr marL="74736" marR="74736"/>
                </a:tc>
                <a:extLst>
                  <a:ext uri="{0D108BD9-81ED-4DB2-BD59-A6C34878D82A}">
                    <a16:rowId xmlns:a16="http://schemas.microsoft.com/office/drawing/2014/main" val="973968812"/>
                  </a:ext>
                </a:extLst>
              </a:tr>
              <a:tr h="552191">
                <a:tc>
                  <a:txBody>
                    <a:bodyPr/>
                    <a:lstStyle/>
                    <a:p>
                      <a:r>
                        <a:rPr lang="ru-RU" sz="3200" dirty="0"/>
                        <a:t>Запросы</a:t>
                      </a:r>
                      <a:endParaRPr lang="en-US" sz="3200" dirty="0"/>
                    </a:p>
                  </a:txBody>
                  <a:tcPr marL="74736" marR="74736"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для работы с данными </a:t>
                      </a:r>
                      <a:endParaRPr lang="en-US" sz="3200" dirty="0"/>
                    </a:p>
                  </a:txBody>
                  <a:tcPr marL="74736" marR="74736"/>
                </a:tc>
                <a:extLst>
                  <a:ext uri="{0D108BD9-81ED-4DB2-BD59-A6C34878D82A}">
                    <a16:rowId xmlns:a16="http://schemas.microsoft.com/office/drawing/2014/main" val="3219028346"/>
                  </a:ext>
                </a:extLst>
              </a:tr>
              <a:tr h="552191">
                <a:tc>
                  <a:txBody>
                    <a:bodyPr/>
                    <a:lstStyle/>
                    <a:p>
                      <a:r>
                        <a:rPr lang="ru-RU" sz="3200" dirty="0"/>
                        <a:t>Отчеты</a:t>
                      </a:r>
                      <a:endParaRPr lang="en-US" sz="3200" dirty="0"/>
                    </a:p>
                  </a:txBody>
                  <a:tcPr marL="74736" marR="74736"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для ввода информации из БД</a:t>
                      </a:r>
                      <a:endParaRPr lang="en-US" sz="3200" dirty="0"/>
                    </a:p>
                  </a:txBody>
                  <a:tcPr marL="74736" marR="74736"/>
                </a:tc>
                <a:extLst>
                  <a:ext uri="{0D108BD9-81ED-4DB2-BD59-A6C34878D82A}">
                    <a16:rowId xmlns:a16="http://schemas.microsoft.com/office/drawing/2014/main" val="4220242351"/>
                  </a:ext>
                </a:extLst>
              </a:tr>
            </a:tbl>
          </a:graphicData>
        </a:graphic>
      </p:graphicFrame>
      <p:sp>
        <p:nvSpPr>
          <p:cNvPr id="8" name="Дата 7">
            <a:extLst>
              <a:ext uri="{FF2B5EF4-FFF2-40B4-BE49-F238E27FC236}">
                <a16:creationId xmlns:a16="http://schemas.microsoft.com/office/drawing/2014/main" id="{A1828EF4-CD28-A750-4BF5-CFFA360E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A051B-E177-45A5-883D-ABB53A0963AC}" type="datetime1">
              <a:rPr lang="ru-RU" smtClean="0"/>
              <a:t>18.02.2025</a:t>
            </a:fld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2DF7D6-254A-4E8E-9F48-0A668F85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5</a:t>
            </a:fld>
            <a:endParaRPr lang="en-US"/>
          </a:p>
        </p:txBody>
      </p:sp>
      <p:sp>
        <p:nvSpPr>
          <p:cNvPr id="10" name="Стрелка: вверх 9">
            <a:hlinkClick r:id="rId2" action="ppaction://hlinksldjump"/>
            <a:extLst>
              <a:ext uri="{FF2B5EF4-FFF2-40B4-BE49-F238E27FC236}">
                <a16:creationId xmlns:a16="http://schemas.microsoft.com/office/drawing/2014/main" id="{0CCE03B0-96F7-E492-099B-E988E745C5E4}"/>
              </a:ext>
            </a:extLst>
          </p:cNvPr>
          <p:cNvSpPr/>
          <p:nvPr/>
        </p:nvSpPr>
        <p:spPr>
          <a:xfrm flipH="1">
            <a:off x="11522966" y="2848653"/>
            <a:ext cx="494824" cy="1029810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57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94E399-47EB-9C80-D9A4-AA153F86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45453"/>
            <a:ext cx="9692640" cy="1325562"/>
          </a:xfrm>
        </p:spPr>
        <p:txBody>
          <a:bodyPr>
            <a:normAutofit/>
          </a:bodyPr>
          <a:lstStyle/>
          <a:p>
            <a:r>
              <a:rPr lang="en-US" sz="6000" dirty="0"/>
              <a:t>MS Power Point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D8C78DE-BD3E-60A2-8139-7DE1285CC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0254" y="1710348"/>
            <a:ext cx="4480560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/>
              <a:t>В большинстве случаев презентация готовится для показа с использованием компьютера, ведь именно при таком показе презентации можно реализовать все преимущества электронной презентации.</a:t>
            </a:r>
            <a:endParaRPr lang="en-US" sz="2800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DC41D058-AA4D-0511-9E0B-0733E7FEAF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306" y="1747139"/>
            <a:ext cx="4481512" cy="3363721"/>
          </a:xfrm>
          <a:prstGeom prst="rect">
            <a:avLst/>
          </a:prstGeom>
        </p:spPr>
      </p:pic>
      <p:sp>
        <p:nvSpPr>
          <p:cNvPr id="13" name="Дата 12">
            <a:extLst>
              <a:ext uri="{FF2B5EF4-FFF2-40B4-BE49-F238E27FC236}">
                <a16:creationId xmlns:a16="http://schemas.microsoft.com/office/drawing/2014/main" id="{4B178830-8020-FCAC-B29E-AC392298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1B71-3953-4B05-B695-18A519332DC6}" type="datetime1">
              <a:rPr lang="ru-RU" smtClean="0"/>
              <a:t>18.02.2025</a:t>
            </a:fld>
            <a:endParaRPr lang="en-US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886BE63-94CD-6683-1B29-8481B116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6</a:t>
            </a:fld>
            <a:endParaRPr lang="en-US"/>
          </a:p>
        </p:txBody>
      </p:sp>
      <p:sp>
        <p:nvSpPr>
          <p:cNvPr id="15" name="Стрелка: вверх 14">
            <a:hlinkClick r:id="rId3" action="ppaction://hlinksldjump"/>
            <a:extLst>
              <a:ext uri="{FF2B5EF4-FFF2-40B4-BE49-F238E27FC236}">
                <a16:creationId xmlns:a16="http://schemas.microsoft.com/office/drawing/2014/main" id="{F2DCF18D-63FE-0F4C-3E6C-85434BB9F75F}"/>
              </a:ext>
            </a:extLst>
          </p:cNvPr>
          <p:cNvSpPr/>
          <p:nvPr/>
        </p:nvSpPr>
        <p:spPr>
          <a:xfrm>
            <a:off x="11484803" y="2847330"/>
            <a:ext cx="530473" cy="1038687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8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788ECB1-DEE7-27BD-72AD-F81A1C56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07" y="677862"/>
            <a:ext cx="9692640" cy="1325562"/>
          </a:xfrm>
        </p:spPr>
        <p:txBody>
          <a:bodyPr>
            <a:noAutofit/>
          </a:bodyPr>
          <a:lstStyle/>
          <a:p>
            <a:r>
              <a:rPr lang="ru-RU" sz="6000" dirty="0"/>
              <a:t>Организация работы с информацией</a:t>
            </a:r>
            <a:endParaRPr lang="en-US" sz="60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D8D62C25-59C7-20F3-5AD1-578E5B3AA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936330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Дата 7">
            <a:extLst>
              <a:ext uri="{FF2B5EF4-FFF2-40B4-BE49-F238E27FC236}">
                <a16:creationId xmlns:a16="http://schemas.microsoft.com/office/drawing/2014/main" id="{EE780C55-6216-C1C9-3691-51D71FF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2200-7B22-4BDF-A406-B671B1E4CA84}" type="datetime1">
              <a:rPr lang="ru-RU" smtClean="0"/>
              <a:t>18.02.2025</a:t>
            </a:fld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F023E2-08B3-CC44-BC22-DA6960DE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7</a:t>
            </a:fld>
            <a:endParaRPr lang="en-US"/>
          </a:p>
        </p:txBody>
      </p:sp>
      <p:sp>
        <p:nvSpPr>
          <p:cNvPr id="10" name="Стрелка: вверх 9">
            <a:hlinkClick r:id="rId7" action="ppaction://hlinksldjump"/>
            <a:extLst>
              <a:ext uri="{FF2B5EF4-FFF2-40B4-BE49-F238E27FC236}">
                <a16:creationId xmlns:a16="http://schemas.microsoft.com/office/drawing/2014/main" id="{B663CCD8-7ACF-5F2E-7356-911F91E82917}"/>
              </a:ext>
            </a:extLst>
          </p:cNvPr>
          <p:cNvSpPr/>
          <p:nvPr/>
        </p:nvSpPr>
        <p:spPr>
          <a:xfrm>
            <a:off x="11507724" y="3174491"/>
            <a:ext cx="484632" cy="978408"/>
          </a:xfrm>
          <a:prstGeom prst="up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03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6C76BE-07B5-5295-F8C1-37D61CC7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518318"/>
            <a:ext cx="9692640" cy="1325562"/>
          </a:xfrm>
        </p:spPr>
        <p:txBody>
          <a:bodyPr>
            <a:noAutofit/>
          </a:bodyPr>
          <a:lstStyle/>
          <a:p>
            <a:r>
              <a:rPr lang="ru-RU" sz="4800" dirty="0"/>
              <a:t>К достоинствам слайдовой презентации можно отнести:</a:t>
            </a:r>
            <a:endParaRPr lang="en-US" sz="48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452E22F-5108-EA6E-B996-CC8B7A248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последовательность изложения;</a:t>
            </a:r>
          </a:p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возможность воспользоваться официальными шпаргалками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 мультимедийные эффекты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</a:rPr>
              <a:t>копируемость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 транспортабельность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A9EF68E-EF7B-2404-683F-15C619E3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6ECD-49BD-4243-AE1C-6F70FF4709B5}" type="datetime1">
              <a:rPr lang="ru-RU" smtClean="0"/>
              <a:t>18.02.2025</a:t>
            </a:fld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32C079-101C-2786-5BB0-2CD8BA2F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123FFAF4-B59F-425B-9179-0A48E1484E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6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00">
        <p:fade/>
      </p:transition>
    </mc:Choice>
    <mc:Fallback>
      <p:transition spd="med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39</TotalTime>
  <Words>221</Words>
  <Application>Microsoft Office PowerPoint</Application>
  <PresentationFormat>Широкоэкранный</PresentationFormat>
  <Paragraphs>64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Schoolbook</vt:lpstr>
      <vt:lpstr>Wingdings 2</vt:lpstr>
      <vt:lpstr>Вид</vt:lpstr>
      <vt:lpstr>Microsoft Office</vt:lpstr>
      <vt:lpstr>Оглавление</vt:lpstr>
      <vt:lpstr>Текстовый редактор MS Word</vt:lpstr>
      <vt:lpstr>Табличный процессор MS Excel</vt:lpstr>
      <vt:lpstr>СУБД MS Access</vt:lpstr>
      <vt:lpstr>MS Power Point</vt:lpstr>
      <vt:lpstr>Организация работы с информацией</vt:lpstr>
      <vt:lpstr>К достоинствам слайдовой презентации можно отнести: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ффффф ииииии</dc:creator>
  <cp:lastModifiedBy>ффффф ииииии</cp:lastModifiedBy>
  <cp:revision>3</cp:revision>
  <dcterms:created xsi:type="dcterms:W3CDTF">2025-02-18T08:30:01Z</dcterms:created>
  <dcterms:modified xsi:type="dcterms:W3CDTF">2025-02-18T09:09:58Z</dcterms:modified>
</cp:coreProperties>
</file>